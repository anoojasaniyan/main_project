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4"/>
  </p:sldMasterIdLst>
  <p:sldIdLst>
    <p:sldId id="257" r:id="rId5"/>
    <p:sldId id="269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74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19" autoAdjust="0"/>
  </p:normalViewPr>
  <p:slideViewPr>
    <p:cSldViewPr snapToGrid="0">
      <p:cViewPr varScale="1">
        <p:scale>
          <a:sx n="94" d="100"/>
          <a:sy n="94" d="100"/>
        </p:scale>
        <p:origin x="1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6/12/2022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6/12/2022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6/12/2022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6/12/2022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6/12/2022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6/12/2022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6/12/2022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6/12/2022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6/12/2022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6/12/2022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Project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7"/>
            <a:ext cx="4775075" cy="59234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ANOOJA S ANIYAN</a:t>
            </a:r>
          </a:p>
          <a:p>
            <a:pPr>
              <a:spcAft>
                <a:spcPts val="6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F596-EE72-8026-0BCC-65CA491EC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998427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702A5-C1FF-B0F0-C246-8A197C9F3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  Project title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  Relevance of the topic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 Description of the topic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 Objective of the study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 Existing system and proposed 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 Input/output modules identified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 System design or Algorithms used</a:t>
            </a:r>
            <a:endParaRPr lang="en-IN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Datasets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8226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322" y="2610187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Patient DOCTOR CHAIN</a:t>
            </a:r>
          </a:p>
        </p:txBody>
      </p:sp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4E39C-E795-E011-B59C-9C09434D0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09987"/>
            <a:ext cx="10058400" cy="1371600"/>
          </a:xfrm>
        </p:spPr>
        <p:txBody>
          <a:bodyPr/>
          <a:lstStyle/>
          <a:p>
            <a:r>
              <a:rPr lang="en-US" dirty="0">
                <a:latin typeface="Aldhabi" panose="01000000000000000000" pitchFamily="2" charset="-78"/>
                <a:cs typeface="Aldhabi" panose="01000000000000000000" pitchFamily="2" charset="-78"/>
              </a:rPr>
              <a:t>                            </a:t>
            </a:r>
            <a:r>
              <a:rPr lang="en-US" dirty="0">
                <a:latin typeface="Algerian" panose="04020705040A02060702" pitchFamily="82" charset="0"/>
                <a:cs typeface="Aldhabi" panose="01000000000000000000" pitchFamily="2" charset="-78"/>
              </a:rPr>
              <a:t>RELEVANCE OF THE TOPIC</a:t>
            </a:r>
            <a:endParaRPr lang="en-IN" dirty="0">
              <a:latin typeface="Algerian" panose="04020705040A02060702" pitchFamily="82" charset="0"/>
              <a:cs typeface="Aldhabi" panose="01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1FBEE-60B5-E3ED-4DB2-F009E68F6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579" y="2381586"/>
            <a:ext cx="10719707" cy="321095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B2B2B"/>
                </a:solidFill>
                <a:effectLst/>
                <a:latin typeface="Open Sans" panose="020B0604020202020204" pitchFamily="34" charset="0"/>
              </a:rPr>
              <a:t>Without proper data management, no one would be able to access or decipher the information they need to properly treat their patients. </a:t>
            </a:r>
          </a:p>
          <a:p>
            <a:pPr marL="0" indent="0">
              <a:buNone/>
            </a:pPr>
            <a:endParaRPr lang="en-US" sz="2800" b="0" i="0" dirty="0">
              <a:solidFill>
                <a:srgbClr val="2B2B2B"/>
              </a:solidFill>
              <a:effectLst/>
              <a:latin typeface="Open Sans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B2B2B"/>
                </a:solidFill>
                <a:effectLst/>
                <a:latin typeface="Open Sans" panose="020B0604020202020204" pitchFamily="34" charset="0"/>
              </a:rPr>
              <a:t>So, we use things like Electronic Health Records to improve patient care and health care customer relationship management systems to improve patient relationships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45668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6ABDD-9514-8065-0584-8AC969F2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                               </a:t>
            </a:r>
            <a:r>
              <a:rPr lang="en-US" sz="3200" dirty="0">
                <a:latin typeface="Algerian" panose="04020705040A02060702" pitchFamily="82" charset="0"/>
              </a:rPr>
              <a:t>DESCRIPTION OF THE TOPIC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27F7F-59A4-19EC-650D-24F961C8C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0" i="0" dirty="0">
                <a:effectLst/>
                <a:latin typeface="NexusSans"/>
              </a:rPr>
              <a:t>Patient data management systems (PDMS), are innovative computer systems, which attempt to integrate administrative functions and clinical decision making</a:t>
            </a:r>
            <a:r>
              <a:rPr lang="en-US" sz="2400" b="0" i="0" dirty="0">
                <a:effectLst/>
                <a:latin typeface="NexusSans"/>
              </a:rPr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94728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8B544-1883-45D0-430D-74EF58B69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3"/>
            <a:ext cx="10058400" cy="162707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                                             </a:t>
            </a:r>
            <a:r>
              <a:rPr lang="en-US" sz="2800" dirty="0">
                <a:latin typeface="Algerian" panose="04020705040A02060702" pitchFamily="82" charset="0"/>
              </a:rPr>
              <a:t>OBJECTIVE OF THE TOPIC</a:t>
            </a:r>
            <a:endParaRPr lang="en-IN" sz="28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174D5-2EDA-DF52-294C-83CCE19CB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2420" y="2881992"/>
            <a:ext cx="9818915" cy="28330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  </a:t>
            </a:r>
            <a:r>
              <a:rPr lang="en-US" sz="320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Design a system for better patient care</a:t>
            </a:r>
          </a:p>
          <a:p>
            <a:pPr marL="0" indent="0">
              <a:buNone/>
            </a:pPr>
            <a:endParaRPr lang="en-US" sz="320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202124"/>
                </a:solidFill>
                <a:latin typeface="arial" panose="020B0604020202020204" pitchFamily="34" charset="0"/>
              </a:rPr>
              <a:t> Store and view all medical documents securely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89763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BE5B0-BE98-5999-F07A-BFF5F4112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3622" y="520130"/>
            <a:ext cx="10058400" cy="1371600"/>
          </a:xfrm>
        </p:spPr>
        <p:txBody>
          <a:bodyPr/>
          <a:lstStyle/>
          <a:p>
            <a:r>
              <a:rPr lang="en-US" dirty="0"/>
              <a:t>     </a:t>
            </a:r>
            <a:r>
              <a:rPr lang="en-US" dirty="0">
                <a:latin typeface="Algerian" panose="04020705040A02060702" pitchFamily="82" charset="0"/>
              </a:rPr>
              <a:t>Existing system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A2415-B28B-26E7-5108-FD321316B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PDMS is a software based system containing information such as patient identification, vital intensive care parameters and other documented clinical observations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57614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9D23-67C0-8171-05FE-49EBA62B7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970" y="642594"/>
            <a:ext cx="7598229" cy="13716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Proposed system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CEC22-635E-1A3D-5553-12415F267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latin typeface="Algerian" panose="04020705040A02060702" pitchFamily="82" charset="0"/>
              </a:rPr>
              <a:t>Has 2 main users</a:t>
            </a:r>
          </a:p>
          <a:p>
            <a:pPr marL="0" indent="0">
              <a:buNone/>
            </a:pPr>
            <a:r>
              <a:rPr lang="en-US" sz="2000" dirty="0"/>
              <a:t>1.Patient </a:t>
            </a:r>
          </a:p>
          <a:p>
            <a:pPr marL="0" indent="0">
              <a:buNone/>
            </a:pPr>
            <a:r>
              <a:rPr lang="en-US" sz="2000" dirty="0"/>
              <a:t>2.Doctor</a:t>
            </a:r>
          </a:p>
          <a:p>
            <a:pPr marL="0" indent="0">
              <a:buNone/>
            </a:pPr>
            <a:r>
              <a:rPr lang="en-US" sz="2000" dirty="0">
                <a:latin typeface="Bahnschrift" panose="020B0502040204020203" pitchFamily="34" charset="0"/>
              </a:rPr>
              <a:t>Patients can: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Upload a document to the blockchain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View the uploaded documents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Analyses the uploaded document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Add a trusted doctor to view medical documents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8112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160C-EE7B-25ED-7A62-490343189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Doctors can:</a:t>
            </a:r>
            <a:endParaRPr lang="en-IN" sz="24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0DAA7-6914-B15B-0530-30E42439F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955470"/>
            <a:ext cx="10058400" cy="29972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Upload a medical document about a certain patient to the blockchain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View a certain patients uploaded documents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07903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B2A23-F75A-703C-E01C-AEBA964FD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745335"/>
          </a:xfrm>
        </p:spPr>
        <p:txBody>
          <a:bodyPr>
            <a:normAutofit/>
          </a:bodyPr>
          <a:lstStyle/>
          <a:p>
            <a:r>
              <a:rPr lang="en-US" sz="2400" dirty="0"/>
              <a:t>                                                </a:t>
            </a:r>
            <a:r>
              <a:rPr lang="en-US" sz="2400" dirty="0">
                <a:latin typeface="Algerian" panose="04020705040A02060702" pitchFamily="82" charset="0"/>
              </a:rPr>
              <a:t>MODULES</a:t>
            </a:r>
            <a:endParaRPr lang="en-IN" sz="24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9989A-CB79-7C0D-CCDB-BB1E055D5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240971"/>
            <a:ext cx="10058400" cy="471177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 Black" panose="020B0A04020102020204" pitchFamily="34" charset="0"/>
              </a:rPr>
              <a:t> Patient Registration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 Black" panose="020B0A04020102020204" pitchFamily="34" charset="0"/>
              </a:rPr>
              <a:t>Doctor login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 Black" panose="020B0A04020102020204" pitchFamily="34" charset="0"/>
              </a:rPr>
              <a:t>Analysis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114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C6E1C-AAF9-9928-DEAF-1B0ECE7D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371" y="609937"/>
            <a:ext cx="6618514" cy="13716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DATASET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579C3-CB01-0889-7C8D-163EAD282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498270"/>
            <a:ext cx="10058400" cy="3454473"/>
          </a:xfrm>
        </p:spPr>
        <p:txBody>
          <a:bodyPr>
            <a:normAutofit/>
          </a:bodyPr>
          <a:lstStyle/>
          <a:p>
            <a:r>
              <a:rPr lang="en-US" sz="2800" dirty="0"/>
              <a:t>Uses the medical reports like blood test report, sugar test report </a:t>
            </a:r>
            <a:r>
              <a:rPr lang="en-US" sz="2800" dirty="0" err="1"/>
              <a:t>etc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31855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1E92B-6AF1-991A-EE84-327CA6036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lgerian" panose="04020705040A02060702" pitchFamily="82" charset="0"/>
              </a:rPr>
              <a:t>                                       System design</a:t>
            </a:r>
            <a:endParaRPr lang="en-IN" sz="2800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DF1461-883E-DF53-1D67-B2BE9D54D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4406" y="1836964"/>
            <a:ext cx="6662057" cy="4237265"/>
          </a:xfrm>
        </p:spPr>
      </p:pic>
    </p:spTree>
    <p:extLst>
      <p:ext uri="{BB962C8B-B14F-4D97-AF65-F5344CB8AC3E}">
        <p14:creationId xmlns:p14="http://schemas.microsoft.com/office/powerpoint/2010/main" val="1729117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07A3-CB90-955C-6A76-DE2AD59EE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 </a:t>
            </a:r>
            <a:r>
              <a:rPr lang="en-US" sz="2400" b="0" i="0" dirty="0">
                <a:solidFill>
                  <a:srgbClr val="24292F"/>
                </a:solidFill>
                <a:effectLst/>
                <a:latin typeface="-apple-system"/>
              </a:rPr>
              <a:t>ReactJS, Flask, Solidity, IPFS and the Ethereum Blockchain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0612B-3207-46D0-2FB6-555481070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858192"/>
            <a:ext cx="10058400" cy="3849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i="0" dirty="0">
                <a:solidFill>
                  <a:srgbClr val="24292F"/>
                </a:solidFill>
                <a:effectLst/>
                <a:latin typeface="-apple-system"/>
              </a:rPr>
              <a:t>Ethereum</a:t>
            </a:r>
            <a:r>
              <a:rPr lang="en-US" sz="2000" b="0" i="0" dirty="0">
                <a:solidFill>
                  <a:srgbClr val="24292F"/>
                </a:solidFill>
                <a:effectLst/>
                <a:latin typeface="-apple-system"/>
              </a:rPr>
              <a:t> is an open source, public, blockchain-based distributed computing platform and operating system featuring smart contract functionality.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24292F"/>
              </a:solidFill>
              <a:latin typeface="-apple-system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000" b="0" i="0" dirty="0">
              <a:solidFill>
                <a:srgbClr val="24292F"/>
              </a:solidFill>
              <a:effectLst/>
              <a:latin typeface="-apple-system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0" i="0" dirty="0">
                <a:solidFill>
                  <a:srgbClr val="24292F"/>
                </a:solidFill>
                <a:effectLst/>
                <a:latin typeface="-apple-system"/>
              </a:rPr>
              <a:t>The </a:t>
            </a:r>
            <a:r>
              <a:rPr lang="en-US" sz="2000" i="0" dirty="0" err="1">
                <a:solidFill>
                  <a:srgbClr val="24292F"/>
                </a:solidFill>
                <a:effectLst/>
                <a:latin typeface="-apple-system"/>
              </a:rPr>
              <a:t>InterPlanetary</a:t>
            </a:r>
            <a:r>
              <a:rPr lang="en-US" sz="2000" i="0" dirty="0">
                <a:solidFill>
                  <a:srgbClr val="24292F"/>
                </a:solidFill>
                <a:effectLst/>
                <a:latin typeface="-apple-system"/>
              </a:rPr>
              <a:t> File System </a:t>
            </a:r>
            <a:r>
              <a:rPr lang="en-US" sz="2000" b="0" i="0" dirty="0">
                <a:solidFill>
                  <a:srgbClr val="24292F"/>
                </a:solidFill>
                <a:effectLst/>
                <a:latin typeface="-apple-system"/>
              </a:rPr>
              <a:t>is a protocol and peer-to-peer network for storing and sharing data in a distributed file system. IPFS uses content-addressing to uniquely identify each file in a global namespace connecting all computing devices.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16401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21B09-B416-AEC2-62B3-A67AB9388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                   THANKYOU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9139654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iginal 5_01_Win32" id="{77344C68-A3F1-476B-8680-97D7F429B46B}" vid="{89780073-58E8-4DFF-BF29-BA99F805284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276E62-80A3-44DD-9BCC-97ED2B99B5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7651BA-F45C-4845-9AB3-E0A65B39F5E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CDB58277-F8DF-46FF-84EC-EF41B835E69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{7574B793-6CD0-498A-AE44-552105C4DA98}tf78438558_win32</Template>
  <TotalTime>135</TotalTime>
  <Words>332</Words>
  <Application>Microsoft Office PowerPoint</Application>
  <PresentationFormat>Widescreen</PresentationFormat>
  <Paragraphs>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7" baseType="lpstr">
      <vt:lpstr>Aldhabi</vt:lpstr>
      <vt:lpstr>Algerian</vt:lpstr>
      <vt:lpstr>-apple-system</vt:lpstr>
      <vt:lpstr>Arial</vt:lpstr>
      <vt:lpstr>Arial</vt:lpstr>
      <vt:lpstr>Arial Black</vt:lpstr>
      <vt:lpstr>Bahnschrift</vt:lpstr>
      <vt:lpstr>Century Gothic</vt:lpstr>
      <vt:lpstr>Garamond</vt:lpstr>
      <vt:lpstr>NexusSans</vt:lpstr>
      <vt:lpstr>Open Sans</vt:lpstr>
      <vt:lpstr>Wingdings</vt:lpstr>
      <vt:lpstr>SavonVTI</vt:lpstr>
      <vt:lpstr>Project review</vt:lpstr>
      <vt:lpstr>CONTENTS </vt:lpstr>
      <vt:lpstr>Patient DOCTOR CHAIN</vt:lpstr>
      <vt:lpstr>                            RELEVANCE OF THE TOPIC</vt:lpstr>
      <vt:lpstr>                               DESCRIPTION OF THE TOPIC</vt:lpstr>
      <vt:lpstr>                                             OBJECTIVE OF THE TOPIC</vt:lpstr>
      <vt:lpstr>     Existing system  </vt:lpstr>
      <vt:lpstr>Proposed system</vt:lpstr>
      <vt:lpstr>Doctors can:</vt:lpstr>
      <vt:lpstr>                                                MODULES</vt:lpstr>
      <vt:lpstr>DATASET</vt:lpstr>
      <vt:lpstr>                                       System design</vt:lpstr>
      <vt:lpstr> ReactJS, Flask, Solidity, IPFS and the Ethereum Blockchain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review</dc:title>
  <dc:creator>anooja aniyan</dc:creator>
  <cp:lastModifiedBy>anooja aniyan</cp:lastModifiedBy>
  <cp:revision>12</cp:revision>
  <dcterms:created xsi:type="dcterms:W3CDTF">2022-05-17T04:28:11Z</dcterms:created>
  <dcterms:modified xsi:type="dcterms:W3CDTF">2022-06-12T06:07:27Z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